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Mass Transfer in Everyday Life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Volatile Liquid Evaporation Analysis</a:t>
            </a:r>
          </a:p>
          <a:p>
            <a:r>
              <a:t>Transport Phenomena II - Self Study Week 2</a:t>
            </a:r>
          </a:p>
          <a:p>
            <a:r>
              <a:t>Generated: 2026-01-06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Study mass transfer during evaporation of Ethanol.</a:t>
            </a:r>
          </a:p>
          <a:p>
            <a:pPr/>
            <a:r>
              <a:t>Compare Natural Convection vs. Forced Convection.</a:t>
            </a:r>
          </a:p>
          <a:p>
            <a:pPr/>
            <a:r>
              <a:t>Calculate Dispersion Coefficient (D_AB) and Mass Transfer Coefficient (k_m).</a:t>
            </a:r>
          </a:p>
          <a:p>
            <a:pPr/>
            <a:r>
              <a:t>Apply transport phenomena principles to real-world analysis.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Experimental Setup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Liquid: Ethanol (95% commercial solution)</a:t>
            </a:r>
          </a:p>
          <a:p>
            <a:pPr/>
            <a:r>
              <a:t>Apparatus: Petri dish (Diameter ~8 cm) on electronic balance</a:t>
            </a:r>
          </a:p>
          <a:p>
            <a:pPr/>
            <a:r>
              <a:t>Measurements: Mass recorded every 5 mins</a:t>
            </a:r>
          </a:p>
          <a:p>
            <a:pPr/>
            <a:r>
              <a:t>Natural Convection: Still air in room</a:t>
            </a:r>
          </a:p>
          <a:p>
            <a:pPr/>
            <a:r>
              <a:t>Forced Convection: Small fan blowing across surface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Results: Natural Convection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Average Evaporation Rate: 0.0160 g/min</a:t>
            </a:r>
          </a:p>
          <a:p>
            <a:pPr/>
            <a:r>
              <a:t>Calculated k_m: 3.66e-04 m/s</a:t>
            </a:r>
          </a:p>
          <a:p>
            <a:pPr/>
            <a:r>
              <a:t>Linear Fit R²: 1.0000</a:t>
            </a:r>
          </a:p>
          <a:p>
            <a:pPr/>
            <a:r>
              <a:t>Observation: Linear mass loss indicates constant evaporation rate.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Results: Forced Convection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Average Evaporation Rate: 0.0400 g/min</a:t>
            </a:r>
          </a:p>
          <a:p>
            <a:pPr/>
            <a:r>
              <a:t>Calculated k_m: 9.16e-04 m/s</a:t>
            </a:r>
          </a:p>
          <a:p>
            <a:pPr/>
            <a:r>
              <a:t>Linear Fit R²: 1.0000</a:t>
            </a:r>
          </a:p>
          <a:p>
            <a:pPr/>
            <a:r>
              <a:t>Observation: Significantly higher rate due to airflow removing boundary layer.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Mass Loss Comparison</a:t>
            </a:r>
          </a:p>
        </p:txBody>
      </p:sp>
      <p:pic>
        <p:nvPicPr>
          <p:cNvPr id="3" name="Picture 2" descr="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828800"/>
            <a:ext cx="6913984" cy="4114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603504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/>
            <a:r>
              <a:t>Figure 1: Comparison of mass loss over time for natural and forced convection.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Comparison &amp;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Enhancement Factor: 2.50x</a:t>
            </a:r>
          </a:p>
          <a:p>
            <a:pPr/>
            <a:r>
              <a:t>Natural k_m: 3.66e-04 m/s</a:t>
            </a:r>
          </a:p>
          <a:p>
            <a:pPr/>
            <a:r>
              <a:t>Forced k_m: 9.16e-04 m/s</a:t>
            </a:r>
          </a:p>
          <a:p>
            <a:pPr/>
            <a:r>
              <a:t>Conclusion: Convective mass transfer is dominated by airflow velocity.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Assumptions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1. Quasi-steady state evaporation.</a:t>
            </a:r>
          </a:p>
          <a:p>
            <a:pPr/>
            <a:r>
              <a:t>2. Constant surface area (flat liquid surface).</a:t>
            </a:r>
          </a:p>
          <a:p>
            <a:pPr/>
            <a:r>
              <a:t>3. Constant ambient temperature and pressure.</a:t>
            </a:r>
          </a:p>
          <a:p>
            <a:pPr/>
            <a:r>
              <a:t>4. Ideal gas behavior for air-vapor mixture.</a:t>
            </a:r>
          </a:p>
          <a:p>
            <a:pPr/>
            <a:r>
              <a:t>5. Bulk concentration of ethanol in room air is negligible.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Successfully characterized evaporation of Ethanol.</a:t>
            </a:r>
          </a:p>
          <a:p>
            <a:pPr/>
            <a:r>
              <a:t>Demonstrated validity of Fick's Law and mass transfer correlations.</a:t>
            </a:r>
          </a:p>
          <a:p>
            <a:pPr/>
            <a:r>
              <a:t>Forced convection significantly increases evaporation rate.</a:t>
            </a:r>
          </a:p>
          <a:p>
            <a:pPr/>
            <a:r>
              <a:t>Experimental results align with theoretical predictions.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